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7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A2B0FF-5D1E-666C-98A3-BAFF526636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3FBD70F-FC5C-F66B-BF55-2DFB1B832E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F757399-A335-D515-F954-135C76999E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D614F4F-3275-608D-EBD7-D8EA6DE094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EEABD5-37C0-D86D-9018-E7A11571F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516956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A5A4D-9616-D5C5-DA46-F552CCC91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8BF1CBE-E343-C1CD-3AFE-77ACDD397B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24B762-DC2D-3CCB-3EC0-0D12E85C59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AAB3C5-0E1F-DAC0-33DE-F7EC92D1D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7CB1C18-EBEC-0CAA-3144-6594EE73B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142334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F6E9FF-FE6E-CA39-09C9-D19B79402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7379B27-1B1A-2116-97A1-C204CDEF519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DA86C92-BBD8-6B3F-5AF9-17402774E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0065AFB-128C-6F70-8334-92CC4A7C7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3C0324E-6CEC-9A1F-6158-F53EA4C8F3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731015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273F3-A1F8-E05A-1EC8-A5789DA08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6D79479-4769-58B7-B3E7-5C62EE566E8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3844568-94E8-968A-B939-D66D5AFF9C6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5CCA85F-F56C-42D2-CCE7-CC958214C5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6F2416A-5866-EFA3-6CEF-C39AC04DB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5D8E417-04C0-D651-4AE6-75395E791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029209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4C4D328-DC68-836F-C9F3-C86D5ACCD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B02BBEC-A35B-39A2-F921-BEC800E27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0AC1E9D8-0F57-C762-92E3-20F3F8093A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C0904F-ED5F-3B02-E66D-32EF1AEFB0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3ACBB64-EEE8-264D-8F06-DD4F9775FF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3B9182F3-55FE-13AE-86D5-F161D1CAFF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4318134-A58B-F503-7BEA-6FBC532447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0A37302-073B-4951-9A1E-0FDBED5FC7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00710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2A5E6-BAEF-06F7-AD48-BE229C73E7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6BEB9B3-B7B0-A634-7EE2-CFC03C416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F8E9A94-CD8E-ED85-7D5B-3717B3A9D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4B6E2C54-F378-CA5A-54F7-B4466F22DA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75930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0A424B9-43D6-D0BC-F2EC-31B572CD4A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1F0CA45D-1790-E529-44BB-0DD3DD416E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7E623C1-6337-A1CF-D068-988B3C9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96618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C560A4-A7E4-6C68-3CF2-26246E7A20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88688B4-6530-B3A7-E160-EB07F08D1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275F02-6B4A-5D83-3037-873F2F4D3B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5436CA4-5AFF-D07C-2F64-94DF51405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F5FEFF5-60D2-C249-06D5-E43283C607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EA6FC6B-074E-CED3-4D68-E2FEB458D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710623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54A87-44AB-ED03-B186-9A3A178B8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A6C3A004-405B-B549-7DEE-6F17CEE268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E19BFF2-6C22-81C4-97DB-43DDBCCDAF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B6118C1-2CF2-96FB-BCD7-2DE35B366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ABCA96C0-38F1-C582-7786-F68DF7ABA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01AAE8A-8D50-B268-9E34-79F6FECBC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27904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2381B7-45B9-C356-831A-D8FF8CEAB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49E4C83-4298-EE00-BD93-EC5427E57D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23B80CA-7851-41D7-71EB-B52E86DF2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645C6BF-DEFE-1A6E-6AE7-E0CFA6B01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869F571-4EBF-C418-710B-955A31A4EA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1868977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F656743-9497-CB85-FC10-147CC9480E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41ABB045-28A2-25C0-8509-DB4904E103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5DECF24-EE46-8550-46CB-3E71505CD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4D5DC2-B187-1C16-5BFF-353066336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53670EF-15C9-B387-109A-3019464E0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54702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150E13E-ED47-3A5E-AE94-AD203AE61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FD11DA4-5390-9CDF-5EEC-DEC58668AB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81916A3-2FA1-2E36-1D97-832D2FD8A1C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16DD53-ABEC-402E-B8F4-D000AD66D798}" type="datetimeFigureOut">
              <a:rPr lang="es-ES" smtClean="0"/>
              <a:t>29/08/2026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CA85F2E-9182-3568-192B-6EE422CF62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2D9963-E5DB-AA64-7589-2D676136B6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BFCA5-B59E-49BF-AA4B-14DB5930846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97410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6CE1A97C-8B04-0C4C-7120-07F04834A140}"/>
              </a:ext>
            </a:extLst>
          </p:cNvPr>
          <p:cNvSpPr/>
          <p:nvPr/>
        </p:nvSpPr>
        <p:spPr>
          <a:xfrm>
            <a:off x="3731491" y="1634836"/>
            <a:ext cx="3870036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Flecha: a la derecha 4">
            <a:extLst>
              <a:ext uri="{FF2B5EF4-FFF2-40B4-BE49-F238E27FC236}">
                <a16:creationId xmlns:a16="http://schemas.microsoft.com/office/drawing/2014/main" id="{2B442115-D019-9F91-FE6A-F87C913DE46B}"/>
              </a:ext>
            </a:extLst>
          </p:cNvPr>
          <p:cNvSpPr/>
          <p:nvPr/>
        </p:nvSpPr>
        <p:spPr>
          <a:xfrm>
            <a:off x="2281382" y="2530764"/>
            <a:ext cx="1385454" cy="1182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47597E4F-10BD-AA11-BF0F-F142D47DC6F5}"/>
              </a:ext>
            </a:extLst>
          </p:cNvPr>
          <p:cNvSpPr/>
          <p:nvPr/>
        </p:nvSpPr>
        <p:spPr>
          <a:xfrm>
            <a:off x="7666182" y="2530764"/>
            <a:ext cx="1385454" cy="1182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CB4B2C29-0DEF-2F95-1F9A-86D820D75B4E}"/>
              </a:ext>
            </a:extLst>
          </p:cNvPr>
          <p:cNvSpPr txBox="1"/>
          <p:nvPr/>
        </p:nvSpPr>
        <p:spPr>
          <a:xfrm>
            <a:off x="1515445" y="2960315"/>
            <a:ext cx="7012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datos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C2205EA9-D9B5-E305-A5E2-56C7F803C944}"/>
              </a:ext>
            </a:extLst>
          </p:cNvPr>
          <p:cNvSpPr txBox="1"/>
          <p:nvPr/>
        </p:nvSpPr>
        <p:spPr>
          <a:xfrm>
            <a:off x="9116291" y="2960315"/>
            <a:ext cx="10701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ES" dirty="0"/>
              <a:t>resultado</a:t>
            </a:r>
          </a:p>
        </p:txBody>
      </p:sp>
    </p:spTree>
    <p:extLst>
      <p:ext uri="{BB962C8B-B14F-4D97-AF65-F5344CB8AC3E}">
        <p14:creationId xmlns:p14="http://schemas.microsoft.com/office/powerpoint/2010/main" val="26635546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B123E8-E6F7-32EA-D2BD-EFA45AE01A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EF40A3BC-1D25-2754-4929-999D1270D8D3}"/>
              </a:ext>
            </a:extLst>
          </p:cNvPr>
          <p:cNvSpPr/>
          <p:nvPr/>
        </p:nvSpPr>
        <p:spPr>
          <a:xfrm>
            <a:off x="1173019" y="1450169"/>
            <a:ext cx="3870036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PROGRAMACION</a:t>
            </a:r>
          </a:p>
        </p:txBody>
      </p:sp>
      <p:sp>
        <p:nvSpPr>
          <p:cNvPr id="7" name="Flecha: a la derecha 6">
            <a:extLst>
              <a:ext uri="{FF2B5EF4-FFF2-40B4-BE49-F238E27FC236}">
                <a16:creationId xmlns:a16="http://schemas.microsoft.com/office/drawing/2014/main" id="{EC54A0F8-EA61-8A0A-E379-D08667E2E735}"/>
              </a:ext>
            </a:extLst>
          </p:cNvPr>
          <p:cNvSpPr/>
          <p:nvPr/>
        </p:nvSpPr>
        <p:spPr>
          <a:xfrm>
            <a:off x="5246255" y="2369187"/>
            <a:ext cx="1385454" cy="11822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40EF9C7-EA3B-C25D-BB62-0551D87C102F}"/>
              </a:ext>
            </a:extLst>
          </p:cNvPr>
          <p:cNvSpPr/>
          <p:nvPr/>
        </p:nvSpPr>
        <p:spPr>
          <a:xfrm>
            <a:off x="6913419" y="1450169"/>
            <a:ext cx="3870036" cy="302029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/>
              <a:t>ALGORITMOS</a:t>
            </a:r>
          </a:p>
          <a:p>
            <a:pPr algn="ctr"/>
            <a:r>
              <a:rPr lang="es-ES" dirty="0"/>
              <a:t>Y</a:t>
            </a:r>
          </a:p>
          <a:p>
            <a:pPr algn="ctr"/>
            <a:r>
              <a:rPr lang="es-ES" dirty="0"/>
              <a:t>LOGICA</a:t>
            </a:r>
          </a:p>
          <a:p>
            <a:pPr algn="ctr"/>
            <a:r>
              <a:rPr lang="es-ES" dirty="0"/>
              <a:t>Y</a:t>
            </a:r>
          </a:p>
          <a:p>
            <a:pPr algn="ctr"/>
            <a:r>
              <a:rPr lang="es-ES"/>
              <a:t>SENTIDO COMUN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1796540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9</Words>
  <Application>Microsoft Office PowerPoint</Application>
  <PresentationFormat>Panorámica</PresentationFormat>
  <Paragraphs>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Gustavo Coronel</dc:creator>
  <cp:lastModifiedBy>Gustavo Coronel</cp:lastModifiedBy>
  <cp:revision>1</cp:revision>
  <dcterms:created xsi:type="dcterms:W3CDTF">2026-08-30T00:48:03Z</dcterms:created>
  <dcterms:modified xsi:type="dcterms:W3CDTF">2026-08-30T01:18:18Z</dcterms:modified>
</cp:coreProperties>
</file>